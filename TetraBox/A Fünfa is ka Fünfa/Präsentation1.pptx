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359768" name="Platzhalter für Überschrift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36142122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de-DE"/>
              <a:t>10/30/2013</a:t>
            </a:fld>
            <a:endParaRPr lang="de-DE"/>
          </a:p>
        </p:txBody>
      </p:sp>
      <p:sp>
        <p:nvSpPr>
          <p:cNvPr id="945548603" name="Platzhalter für Folienbi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92309200" name="Platzhalter für Notizen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2045177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80692880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295294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51126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1872889655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3DE421-FD8A-6EFF-CD65-7BF9C8A7BFCD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979081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1116853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931085543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9A1105-A893-817C-2D9D-D1D690379F44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392383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9285136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607982019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4FDF1F-9A12-697B-9793-553CA6235379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709708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4806599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1138244054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373A85-3E1C-2D4A-300D-11D65F15255F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158452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27830901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1178648182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07F720-CE4B-D064-FA55-9390EB5A33DB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866199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754971458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 lang="de-DE"/>
          </a:p>
        </p:txBody>
      </p:sp>
      <p:sp>
        <p:nvSpPr>
          <p:cNvPr id="1340513548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209504629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13311313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12089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434956127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26618166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257500616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4977695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85917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639244434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166864289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255454553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8480499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146250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145428358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511954551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90459038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74880272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00322126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29478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77100611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988503205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407068787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5317754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928091374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93030112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91912993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483343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850329378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698852997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2428427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614098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92301454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9858795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3555177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813557314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958646116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967662712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2049606302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23624713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090934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026970784" name="Bildplatzhalt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de-DE"/>
              <a:t>Klicken Sie auf das Symbol, um ein Bild hinzuzufügen</a:t>
            </a:r>
            <a:endParaRPr lang="de-DE"/>
          </a:p>
        </p:txBody>
      </p:sp>
      <p:sp>
        <p:nvSpPr>
          <p:cNvPr id="1988381629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935849196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140581208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34395701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647406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13259972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298665938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59795959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6168415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74307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90174178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940520135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74529096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26766251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955218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612443979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587597452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813792540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52651748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927111" name=""/>
          <p:cNvSpPr txBox="1"/>
          <p:nvPr/>
        </p:nvSpPr>
        <p:spPr bwMode="auto">
          <a:xfrm rot="0" flipH="0" flipV="0">
            <a:off x="-11036526" y="836465"/>
            <a:ext cx="9839128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chemeClr val="accent4">
                    <a:lumMod val="60000"/>
                    <a:lumOff val="40000"/>
                  </a:schemeClr>
                </a:solidFill>
                <a:latin typeface="Noto Sans"/>
                <a:ea typeface="Noto Sans"/>
                <a:cs typeface="Noto Sans"/>
              </a:rPr>
              <a:t>Informatik</a:t>
            </a:r>
            <a:endParaRPr sz="7200" b="1">
              <a:solidFill>
                <a:schemeClr val="accent4"/>
              </a:solidFill>
              <a:latin typeface="Noto Sans"/>
              <a:cs typeface="Noto Sans"/>
            </a:endParaRPr>
          </a:p>
        </p:txBody>
      </p:sp>
      <p:sp>
        <p:nvSpPr>
          <p:cNvPr id="1180393646" name=""/>
          <p:cNvSpPr txBox="1"/>
          <p:nvPr/>
        </p:nvSpPr>
        <p:spPr bwMode="auto">
          <a:xfrm rot="0" flipH="0" flipV="0">
            <a:off x="-10266021" y="4701884"/>
            <a:ext cx="983409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sz="7200" b="1">
                <a:solidFill>
                  <a:schemeClr val="accent6">
                    <a:lumMod val="75000"/>
                  </a:schemeClr>
                </a:solidFill>
                <a:latin typeface="Noto Sans"/>
                <a:ea typeface="Noto Sans"/>
                <a:cs typeface="Noto Sans"/>
              </a:rPr>
              <a:t>Systemtechnik</a:t>
            </a:r>
            <a:endParaRPr sz="7200" b="1">
              <a:solidFill>
                <a:srgbClr val="FF4545"/>
              </a:solidFill>
              <a:latin typeface="Noto Sans"/>
              <a:cs typeface="Noto Sans"/>
            </a:endParaRPr>
          </a:p>
        </p:txBody>
      </p:sp>
      <p:sp>
        <p:nvSpPr>
          <p:cNvPr id="243791628" name=""/>
          <p:cNvSpPr txBox="1"/>
          <p:nvPr/>
        </p:nvSpPr>
        <p:spPr bwMode="auto">
          <a:xfrm rot="0" flipH="0" flipV="0">
            <a:off x="-10266021" y="2834460"/>
            <a:ext cx="984452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rgbClr val="FF3B3B"/>
                </a:solidFill>
                <a:latin typeface="Noto Sans"/>
                <a:ea typeface="Noto Sans"/>
                <a:cs typeface="Noto Sans"/>
              </a:rPr>
              <a:t>Mathematik</a:t>
            </a:r>
            <a:endParaRPr sz="7200" b="1">
              <a:solidFill>
                <a:srgbClr val="FF3B3B"/>
              </a:solidFill>
              <a:latin typeface="Noto Sans"/>
              <a:cs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369449" name=""/>
          <p:cNvSpPr txBox="1"/>
          <p:nvPr/>
        </p:nvSpPr>
        <p:spPr bwMode="auto">
          <a:xfrm rot="0" flipH="0" flipV="0">
            <a:off x="-10266021" y="4701884"/>
            <a:ext cx="983373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sz="7200" b="1">
                <a:solidFill>
                  <a:schemeClr val="accent6">
                    <a:lumMod val="75000"/>
                  </a:schemeClr>
                </a:solidFill>
                <a:latin typeface="Noto Sans"/>
                <a:ea typeface="Noto Sans"/>
                <a:cs typeface="Noto Sans"/>
              </a:rPr>
              <a:t>Systemtechnik</a:t>
            </a:r>
            <a:endParaRPr sz="7200" b="1">
              <a:solidFill>
                <a:srgbClr val="FF4545"/>
              </a:solidFill>
              <a:latin typeface="Noto Sans"/>
              <a:cs typeface="Noto Sans"/>
            </a:endParaRPr>
          </a:p>
        </p:txBody>
      </p:sp>
      <p:sp>
        <p:nvSpPr>
          <p:cNvPr id="447282033" name=""/>
          <p:cNvSpPr txBox="1"/>
          <p:nvPr/>
        </p:nvSpPr>
        <p:spPr bwMode="auto">
          <a:xfrm rot="0" flipH="0" flipV="0">
            <a:off x="1703727" y="836465"/>
            <a:ext cx="983876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chemeClr val="accent4">
                    <a:lumMod val="60000"/>
                    <a:lumOff val="40000"/>
                  </a:schemeClr>
                </a:solidFill>
                <a:latin typeface="Noto Sans"/>
                <a:ea typeface="Noto Sans"/>
                <a:cs typeface="Noto Sans"/>
              </a:rPr>
              <a:t>Informatik</a:t>
            </a:r>
            <a:endParaRPr sz="7200" b="1">
              <a:solidFill>
                <a:schemeClr val="accent4"/>
              </a:solidFill>
              <a:latin typeface="Noto Sans"/>
              <a:cs typeface="Noto Sans"/>
            </a:endParaRPr>
          </a:p>
        </p:txBody>
      </p:sp>
      <p:sp>
        <p:nvSpPr>
          <p:cNvPr id="1649662880" name=""/>
          <p:cNvSpPr txBox="1"/>
          <p:nvPr/>
        </p:nvSpPr>
        <p:spPr bwMode="auto">
          <a:xfrm rot="0" flipH="0" flipV="0">
            <a:off x="-10266021" y="2834460"/>
            <a:ext cx="984416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rgbClr val="FF3B3B"/>
                </a:solidFill>
                <a:latin typeface="Noto Sans"/>
                <a:ea typeface="Noto Sans"/>
                <a:cs typeface="Noto Sans"/>
              </a:rPr>
              <a:t>Mathematik</a:t>
            </a:r>
            <a:endParaRPr sz="7200" b="1">
              <a:solidFill>
                <a:srgbClr val="FF3B3B"/>
              </a:solidFill>
              <a:latin typeface="Noto Sans"/>
              <a:cs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776579" name=""/>
          <p:cNvSpPr txBox="1"/>
          <p:nvPr/>
        </p:nvSpPr>
        <p:spPr bwMode="auto">
          <a:xfrm rot="0" flipH="0" flipV="0">
            <a:off x="-10440645" y="4701884"/>
            <a:ext cx="983409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chemeClr val="accent6">
                    <a:lumMod val="75000"/>
                  </a:schemeClr>
                </a:solidFill>
                <a:latin typeface="Noto Sans"/>
                <a:ea typeface="Noto Sans"/>
                <a:cs typeface="Noto Sans"/>
              </a:rPr>
              <a:t>Systemtechnik</a:t>
            </a:r>
            <a:endParaRPr sz="7200" b="1">
              <a:solidFill>
                <a:srgbClr val="FF4545"/>
              </a:solidFill>
              <a:latin typeface="Noto Sans"/>
              <a:cs typeface="Noto Sans"/>
            </a:endParaRPr>
          </a:p>
        </p:txBody>
      </p:sp>
      <p:sp>
        <p:nvSpPr>
          <p:cNvPr id="1089493401" name=""/>
          <p:cNvSpPr txBox="1"/>
          <p:nvPr/>
        </p:nvSpPr>
        <p:spPr bwMode="auto">
          <a:xfrm rot="0" flipH="0" flipV="0">
            <a:off x="1703727" y="836465"/>
            <a:ext cx="983876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chemeClr val="accent4">
                    <a:lumMod val="60000"/>
                    <a:lumOff val="40000"/>
                  </a:schemeClr>
                </a:solidFill>
                <a:latin typeface="Noto Sans"/>
                <a:ea typeface="Noto Sans"/>
                <a:cs typeface="Noto Sans"/>
              </a:rPr>
              <a:t>Informatik</a:t>
            </a:r>
            <a:endParaRPr sz="7200" b="1">
              <a:solidFill>
                <a:schemeClr val="accent4"/>
              </a:solidFill>
              <a:latin typeface="Noto Sans"/>
              <a:cs typeface="Noto Sans"/>
            </a:endParaRPr>
          </a:p>
        </p:txBody>
      </p:sp>
      <p:sp>
        <p:nvSpPr>
          <p:cNvPr id="1169849206" name=""/>
          <p:cNvSpPr txBox="1"/>
          <p:nvPr/>
        </p:nvSpPr>
        <p:spPr bwMode="auto">
          <a:xfrm rot="0" flipH="0" flipV="0">
            <a:off x="1703727" y="2834460"/>
            <a:ext cx="984380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rgbClr val="FF3B3B"/>
                </a:solidFill>
                <a:latin typeface="Noto Sans"/>
                <a:ea typeface="Noto Sans"/>
                <a:cs typeface="Noto Sans"/>
              </a:rPr>
              <a:t>Mathematik</a:t>
            </a:r>
            <a:endParaRPr sz="7200" b="1">
              <a:solidFill>
                <a:schemeClr val="accent4">
                  <a:lumMod val="60000"/>
                  <a:lumOff val="40000"/>
                </a:schemeClr>
              </a:solidFill>
              <a:latin typeface="Noto Sans"/>
              <a:cs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920888" name=""/>
          <p:cNvSpPr txBox="1"/>
          <p:nvPr/>
        </p:nvSpPr>
        <p:spPr bwMode="auto">
          <a:xfrm rot="0" flipH="0" flipV="0">
            <a:off x="1703727" y="4701884"/>
            <a:ext cx="983409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chemeClr val="accent6">
                    <a:lumMod val="75000"/>
                  </a:schemeClr>
                </a:solidFill>
                <a:latin typeface="Noto Sans"/>
                <a:ea typeface="Noto Sans"/>
                <a:cs typeface="Noto Sans"/>
              </a:rPr>
              <a:t>Systemtechnik</a:t>
            </a:r>
            <a:endParaRPr sz="7200" b="1">
              <a:solidFill>
                <a:srgbClr val="FF4545"/>
              </a:solidFill>
              <a:latin typeface="Noto Sans"/>
              <a:cs typeface="Noto Sans"/>
            </a:endParaRPr>
          </a:p>
        </p:txBody>
      </p:sp>
      <p:sp>
        <p:nvSpPr>
          <p:cNvPr id="2134137893" name=""/>
          <p:cNvSpPr txBox="1"/>
          <p:nvPr/>
        </p:nvSpPr>
        <p:spPr bwMode="auto">
          <a:xfrm rot="0" flipH="0" flipV="0">
            <a:off x="1703727" y="836465"/>
            <a:ext cx="983840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sz="7200" b="1">
                <a:solidFill>
                  <a:schemeClr val="accent4">
                    <a:lumMod val="60000"/>
                    <a:lumOff val="40000"/>
                  </a:schemeClr>
                </a:solidFill>
                <a:latin typeface="Noto Sans"/>
                <a:ea typeface="Noto Sans"/>
                <a:cs typeface="Noto Sans"/>
              </a:rPr>
              <a:t>Informatik</a:t>
            </a:r>
            <a:endParaRPr sz="7200" b="1">
              <a:solidFill>
                <a:schemeClr val="accent4"/>
              </a:solidFill>
              <a:latin typeface="Noto Sans"/>
              <a:cs typeface="Noto Sans"/>
            </a:endParaRPr>
          </a:p>
        </p:txBody>
      </p:sp>
      <p:sp>
        <p:nvSpPr>
          <p:cNvPr id="300516328" name=""/>
          <p:cNvSpPr txBox="1"/>
          <p:nvPr/>
        </p:nvSpPr>
        <p:spPr bwMode="auto">
          <a:xfrm rot="0" flipH="0" flipV="0">
            <a:off x="1703727" y="2834460"/>
            <a:ext cx="984668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sz="7200" b="1">
                <a:solidFill>
                  <a:srgbClr val="FF3B3B"/>
                </a:solidFill>
                <a:latin typeface="Noto Sans"/>
                <a:ea typeface="Noto Sans"/>
                <a:cs typeface="Noto Sans"/>
              </a:rPr>
              <a:t>Mathematik</a:t>
            </a:r>
            <a:endParaRPr sz="7200" b="1">
              <a:solidFill>
                <a:schemeClr val="accent4">
                  <a:lumMod val="60000"/>
                  <a:lumOff val="40000"/>
                </a:schemeClr>
              </a:solidFill>
              <a:latin typeface="Noto Sans"/>
              <a:cs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640172" name=""/>
          <p:cNvSpPr txBox="1"/>
          <p:nvPr/>
        </p:nvSpPr>
        <p:spPr bwMode="auto">
          <a:xfrm rot="0" flipH="0" flipV="0">
            <a:off x="13541941" y="4701884"/>
            <a:ext cx="9834450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lang="de-DE" sz="7200" b="1" i="0" u="none" strike="noStrike" cap="none" spc="0">
                <a:solidFill>
                  <a:schemeClr val="accent6">
                    <a:lumMod val="75000"/>
                  </a:schemeClr>
                </a:solidFill>
                <a:latin typeface="Noto Sans"/>
                <a:ea typeface="Noto Sans"/>
                <a:cs typeface="Noto Sans"/>
              </a:rPr>
              <a:t>Systemtechnik</a:t>
            </a:r>
            <a:endParaRPr sz="7200" b="1">
              <a:solidFill>
                <a:srgbClr val="FF4545"/>
              </a:solidFill>
              <a:latin typeface="Noto Sans"/>
              <a:cs typeface="Noto Sans"/>
            </a:endParaRPr>
          </a:p>
        </p:txBody>
      </p:sp>
      <p:sp>
        <p:nvSpPr>
          <p:cNvPr id="1671123023" name=""/>
          <p:cNvSpPr txBox="1"/>
          <p:nvPr/>
        </p:nvSpPr>
        <p:spPr bwMode="auto">
          <a:xfrm rot="0" flipH="0" flipV="0">
            <a:off x="13541941" y="836465"/>
            <a:ext cx="9838768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sz="7200" b="1">
                <a:solidFill>
                  <a:schemeClr val="accent4">
                    <a:lumMod val="60000"/>
                    <a:lumOff val="40000"/>
                  </a:schemeClr>
                </a:solidFill>
                <a:latin typeface="Noto Sans"/>
                <a:ea typeface="Noto Sans"/>
                <a:cs typeface="Noto Sans"/>
              </a:rPr>
              <a:t>Informatik</a:t>
            </a:r>
            <a:endParaRPr sz="7200" b="1">
              <a:solidFill>
                <a:schemeClr val="accent4"/>
              </a:solidFill>
              <a:latin typeface="Noto Sans"/>
              <a:cs typeface="Noto Sans"/>
            </a:endParaRPr>
          </a:p>
        </p:txBody>
      </p:sp>
      <p:sp>
        <p:nvSpPr>
          <p:cNvPr id="2074772226" name=""/>
          <p:cNvSpPr txBox="1"/>
          <p:nvPr/>
        </p:nvSpPr>
        <p:spPr bwMode="auto">
          <a:xfrm rot="0" flipH="0" flipV="0">
            <a:off x="13541941" y="2834460"/>
            <a:ext cx="9847048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7200" b="1">
                <a:solidFill>
                  <a:srgbClr val="FF0000"/>
                </a:solidFill>
                <a:latin typeface="Noto Sans"/>
                <a:ea typeface="Noto Sans"/>
                <a:cs typeface="Noto Sans"/>
              </a:rPr>
              <a:t>5</a:t>
            </a:r>
            <a:r>
              <a:rPr sz="7200" b="1">
                <a:latin typeface="Noto Sans"/>
                <a:ea typeface="Noto Sans"/>
                <a:cs typeface="Noto Sans"/>
              </a:rPr>
              <a:t> - </a:t>
            </a:r>
            <a:r>
              <a:rPr sz="7200" b="1">
                <a:solidFill>
                  <a:srgbClr val="FF3B3B"/>
                </a:solidFill>
                <a:latin typeface="Noto Sans"/>
                <a:ea typeface="Noto Sans"/>
                <a:cs typeface="Noto Sans"/>
              </a:rPr>
              <a:t>Mathematik</a:t>
            </a:r>
            <a:endParaRPr sz="7200" b="1">
              <a:solidFill>
                <a:schemeClr val="accent4">
                  <a:lumMod val="60000"/>
                  <a:lumOff val="40000"/>
                </a:schemeClr>
              </a:solidFill>
              <a:latin typeface="Noto Sans"/>
              <a:cs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500" advClick="1">
        <p159:morph option="byObject"/>
      </p:transition>
    </mc:Choice>
    <mc:Fallback>
      <p:transition spd="slow" advClick="1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2012-12-03T06:56:55Z</dcterms:created>
  <dcterms:modified xsi:type="dcterms:W3CDTF">2026-06-23T16:46:04Z</dcterms:modified>
</cp:coreProperties>
</file>